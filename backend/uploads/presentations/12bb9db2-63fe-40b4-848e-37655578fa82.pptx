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9"/>
    <p:sldId id="25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0" i="0"/>
              <a:t>Slide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0" i="0"/>
              <a:t>Контент слайда 2 (Russian)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0" i="0"/>
              <a:t>Slide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0" i="0"/>
              <a:t>Контент слайда 2 (Russian)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0" i="0"/>
              <a:t>Slide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0" i="0"/>
              <a:t>Контент слайда 1 (Russian)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b="0" i="0"/>
              <a:t>Slide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/>
            <a:r>
              <a:rPr b="0" i="0"/>
              <a:t>Контент слайда 1 (Russian)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