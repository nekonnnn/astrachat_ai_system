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3400" b="1">
                <a:solidFill>
                  <a:srgbClr val="67E8F9"/>
                </a:solidFill>
                <a:latin typeface="JetBrains Mono"/>
              </a:rP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2000" b="0" i="0">
                <a:solidFill>
                  <a:srgbClr val="D1FAFF"/>
                </a:solidFill>
                <a:latin typeface="Inter"/>
              </a:rPr>
              <a:t>Контент слайда 1 (Russian)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548640"/>
            <a:ext cx="2103120" cy="210312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365760" y="5669280"/>
            <a:ext cx="2743200" cy="502920"/>
          </a:xfrm>
          <a:prstGeom prst="chevron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67E8F9"/>
                </a:solidFill>
                <a:latin typeface="JetBrains Mono"/>
              </a:rP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 b="0" i="0">
                <a:solidFill>
                  <a:srgbClr val="D1FAFF"/>
                </a:solidFill>
                <a:latin typeface="Inter"/>
              </a:rPr>
              <a:t>Контент слайда 2 (Russian)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109728" cy="5394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67E8F9"/>
                </a:solidFill>
                <a:latin typeface="JetBrains Mono"/>
              </a:rP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 b="0" i="0">
                <a:solidFill>
                  <a:srgbClr val="D1FAFF"/>
                </a:solidFill>
                <a:latin typeface="Inter"/>
              </a:rPr>
              <a:t>Контент слайда 3 (Russian)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109728" cy="5394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67E8F9"/>
                </a:solidFill>
                <a:latin typeface="JetBrains Mono"/>
              </a:rP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 b="0" i="0">
                <a:solidFill>
                  <a:srgbClr val="D1FAFF"/>
                </a:solidFill>
                <a:latin typeface="Inter"/>
              </a:rPr>
              <a:t>Контент слайда 4 (Russian)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109728" cy="53949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67E8F9"/>
                </a:solidFill>
                <a:latin typeface="JetBrains Mono"/>
              </a:rP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 b="0" i="0">
                <a:solidFill>
                  <a:srgbClr val="D1FAFF"/>
                </a:solidFill>
                <a:latin typeface="Inter"/>
              </a:rPr>
              <a:t>Контент слайда 5 (Russian)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5120640"/>
            <a:ext cx="10515600" cy="1097280"/>
          </a:xfrm>
          <a:prstGeom prst="round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